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7" r:id="rId10"/>
    <p:sldId id="266" r:id="rId11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24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1d7b7dcd0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351d7b7dcd0_0_2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" name="Google Shape;59;g351d7b7dcd0_0_2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1d7b7dcd0_2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g351d7b7dcd0_2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100"/>
              <a:t>Idea Submissions Form – Details of the form</a:t>
            </a:r>
            <a:br>
              <a:rPr lang="en-GB" sz="1100"/>
            </a:br>
            <a:r>
              <a:rPr lang="en-GB" sz="1100"/>
              <a:t>Topic 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100"/>
              <a:t>Thesis Abstract</a:t>
            </a:r>
            <a:br>
              <a:rPr lang="en-GB" sz="1100"/>
            </a:br>
            <a:r>
              <a:rPr lang="en-GB" sz="1100"/>
              <a:t>Concept Note </a:t>
            </a:r>
            <a:br>
              <a:rPr lang="en-GB" sz="1100"/>
            </a:br>
            <a:r>
              <a:rPr lang="en-GB" sz="1100"/>
              <a:t>What is the solution Build? </a:t>
            </a:r>
            <a:br>
              <a:rPr lang="en-GB" sz="1100"/>
            </a:br>
            <a:r>
              <a:rPr lang="en-GB" sz="1100"/>
              <a:t>Business use case </a:t>
            </a:r>
            <a:br>
              <a:rPr lang="en-GB" sz="1100"/>
            </a:br>
            <a:r>
              <a:rPr lang="en-GB" sz="1100"/>
              <a:t>(Less than 100 – 200 words) </a:t>
            </a:r>
            <a:br>
              <a:rPr lang="en-GB" sz="1100"/>
            </a:br>
            <a:r>
              <a:rPr lang="en-GB" sz="1100"/>
              <a:t>Judge and filter becomes easy </a:t>
            </a:r>
            <a:endParaRPr/>
          </a:p>
        </p:txBody>
      </p:sp>
      <p:sp>
        <p:nvSpPr>
          <p:cNvPr id="66" name="Google Shape;66;g351d7b7dcd0_2_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1d7b7dcd0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351d7b7dcd0_0_1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100"/>
              <a:t>Idea Submissions Form – Details of the form</a:t>
            </a:r>
            <a:br>
              <a:rPr lang="en-GB" sz="1100"/>
            </a:br>
            <a:r>
              <a:rPr lang="en-GB" sz="1100"/>
              <a:t>Topic 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100"/>
              <a:t>Thesis Abstract</a:t>
            </a:r>
            <a:br>
              <a:rPr lang="en-GB" sz="1100"/>
            </a:br>
            <a:r>
              <a:rPr lang="en-GB" sz="1100"/>
              <a:t>Concept Note </a:t>
            </a:r>
            <a:br>
              <a:rPr lang="en-GB" sz="1100"/>
            </a:br>
            <a:r>
              <a:rPr lang="en-GB" sz="1100"/>
              <a:t>What is the solution Build? </a:t>
            </a:r>
            <a:br>
              <a:rPr lang="en-GB" sz="1100"/>
            </a:br>
            <a:r>
              <a:rPr lang="en-GB" sz="1100"/>
              <a:t>Business use case </a:t>
            </a:r>
            <a:br>
              <a:rPr lang="en-GB" sz="1100"/>
            </a:br>
            <a:r>
              <a:rPr lang="en-GB" sz="1100"/>
              <a:t>(Less than 100 – 200 words) </a:t>
            </a:r>
            <a:br>
              <a:rPr lang="en-GB" sz="1100"/>
            </a:br>
            <a:r>
              <a:rPr lang="en-GB" sz="1100"/>
              <a:t>Judge and filter becomes easy </a:t>
            </a:r>
            <a:endParaRPr/>
          </a:p>
        </p:txBody>
      </p:sp>
      <p:sp>
        <p:nvSpPr>
          <p:cNvPr id="73" name="Google Shape;73;g351d7b7dcd0_0_1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d7b7dcd0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351d7b7dcd0_0_1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100"/>
              <a:t>Idea Submissions Form – Details of the form</a:t>
            </a:r>
            <a:br>
              <a:rPr lang="en-GB" sz="1100"/>
            </a:br>
            <a:r>
              <a:rPr lang="en-GB" sz="1100"/>
              <a:t>Topic 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100"/>
              <a:t>Thesis Abstract</a:t>
            </a:r>
            <a:br>
              <a:rPr lang="en-GB" sz="1100"/>
            </a:br>
            <a:r>
              <a:rPr lang="en-GB" sz="1100"/>
              <a:t>Concept Note </a:t>
            </a:r>
            <a:br>
              <a:rPr lang="en-GB" sz="1100"/>
            </a:br>
            <a:r>
              <a:rPr lang="en-GB" sz="1100"/>
              <a:t>What is the solution Build? </a:t>
            </a:r>
            <a:br>
              <a:rPr lang="en-GB" sz="1100"/>
            </a:br>
            <a:r>
              <a:rPr lang="en-GB" sz="1100"/>
              <a:t>Business use case </a:t>
            </a:r>
            <a:br>
              <a:rPr lang="en-GB" sz="1100"/>
            </a:br>
            <a:r>
              <a:rPr lang="en-GB" sz="1100"/>
              <a:t>(Less than 100 – 200 words) </a:t>
            </a:r>
            <a:br>
              <a:rPr lang="en-GB" sz="1100"/>
            </a:br>
            <a:r>
              <a:rPr lang="en-GB" sz="1100"/>
              <a:t>Judge and filter becomes easy </a:t>
            </a:r>
            <a:endParaRPr/>
          </a:p>
        </p:txBody>
      </p:sp>
      <p:sp>
        <p:nvSpPr>
          <p:cNvPr id="80" name="Google Shape;80;g351d7b7dcd0_0_1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d7b7dcd0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51d7b7dcd0_0_1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100"/>
              <a:t>Idea Submissions Form – Details of the form</a:t>
            </a:r>
            <a:br>
              <a:rPr lang="en-GB" sz="1100"/>
            </a:br>
            <a:r>
              <a:rPr lang="en-GB" sz="1100"/>
              <a:t>Topic 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100"/>
              <a:t>Thesis Abstract</a:t>
            </a:r>
            <a:br>
              <a:rPr lang="en-GB" sz="1100"/>
            </a:br>
            <a:r>
              <a:rPr lang="en-GB" sz="1100"/>
              <a:t>Concept Note </a:t>
            </a:r>
            <a:br>
              <a:rPr lang="en-GB" sz="1100"/>
            </a:br>
            <a:r>
              <a:rPr lang="en-GB" sz="1100"/>
              <a:t>What is the solution Build? </a:t>
            </a:r>
            <a:br>
              <a:rPr lang="en-GB" sz="1100"/>
            </a:br>
            <a:r>
              <a:rPr lang="en-GB" sz="1100"/>
              <a:t>Business use case </a:t>
            </a:r>
            <a:br>
              <a:rPr lang="en-GB" sz="1100"/>
            </a:br>
            <a:r>
              <a:rPr lang="en-GB" sz="1100"/>
              <a:t>(Less than 100 – 200 words) </a:t>
            </a:r>
            <a:br>
              <a:rPr lang="en-GB" sz="1100"/>
            </a:br>
            <a:r>
              <a:rPr lang="en-GB" sz="1100"/>
              <a:t>Judge and filter becomes easy </a:t>
            </a:r>
            <a:endParaRPr/>
          </a:p>
        </p:txBody>
      </p:sp>
      <p:sp>
        <p:nvSpPr>
          <p:cNvPr id="87" name="Google Shape;87;g351d7b7dcd0_0_1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7928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V4u56VDxRTY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linkedin.com/in/simran-koshta-40b3b2289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in/jay-kumar-jk/" TargetMode="External"/><Relationship Id="rId5" Type="http://schemas.openxmlformats.org/officeDocument/2006/relationships/hyperlink" Target="https://www.linkedin.com/in/abhay-gupta-197b17264/" TargetMode="External"/><Relationship Id="rId4" Type="http://schemas.openxmlformats.org/officeDocument/2006/relationships/hyperlink" Target="https://www.linkedin.com/in/kripanshu-gupta-a66349261/" TargetMode="External"/><Relationship Id="rId9" Type="http://schemas.openxmlformats.org/officeDocument/2006/relationships/hyperlink" Target="https://youtu.be/b4--EaAh6w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https://www.youtube.com/embed/b4--EaAh6wA?feature=oembed" TargetMode="External"/><Relationship Id="rId1" Type="http://schemas.openxmlformats.org/officeDocument/2006/relationships/video" Target="https://www.youtube.com/embed/V4u56VDxRTY?feature=oembed" TargetMode="Externa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mailto:gkripanshustranger@gmail.com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youtu.be/b4--EaAh6wA" TargetMode="External"/><Relationship Id="rId5" Type="http://schemas.openxmlformats.org/officeDocument/2006/relationships/image" Target="../media/image18.png"/><Relationship Id="rId4" Type="http://schemas.openxmlformats.org/officeDocument/2006/relationships/image" Target="../media/image17.svg"/><Relationship Id="rId9" Type="http://schemas.openxmlformats.org/officeDocument/2006/relationships/hyperlink" Target="mailto:contact2abhaygupta@gmail.com?subject=Hackath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466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3796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-1500" y="1833131"/>
            <a:ext cx="5881910" cy="330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Team Name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:</a:t>
            </a:r>
            <a:endParaRPr lang="en-US" dirty="0">
              <a:solidFill>
                <a:schemeClr val="bg1"/>
              </a:solidFill>
            </a:endParaRPr>
          </a:p>
          <a:p>
            <a:r>
              <a:rPr dirty="0" err="1">
                <a:solidFill>
                  <a:schemeClr val="bg1"/>
                </a:solidFill>
              </a:rPr>
              <a:t>Tech</a:t>
            </a:r>
            <a:r>
              <a:rPr lang="en-US" dirty="0" err="1">
                <a:solidFill>
                  <a:schemeClr val="bg1"/>
                </a:solidFill>
              </a:rPr>
              <a:t>M</a:t>
            </a:r>
            <a:r>
              <a:rPr dirty="0" err="1">
                <a:solidFill>
                  <a:schemeClr val="bg1"/>
                </a:solidFill>
              </a:rPr>
              <a:t>atrix</a:t>
            </a:r>
            <a:r>
              <a:rPr dirty="0">
                <a:solidFill>
                  <a:schemeClr val="bg1"/>
                </a:solidFill>
              </a:rPr>
              <a:t> Solvers</a:t>
            </a:r>
            <a:endParaRPr lang="en-US" dirty="0">
              <a:solidFill>
                <a:schemeClr val="bg1"/>
              </a:solidFill>
            </a:endParaRPr>
          </a:p>
          <a:p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Team Members:</a:t>
            </a:r>
            <a:endParaRPr lang="en-US"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  <a:hlinkClick r:id="rId4"/>
              </a:rPr>
              <a:t>Kripanshu Gupta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(2022-2026) MERN Stack Developer </a:t>
            </a:r>
          </a:p>
          <a:p>
            <a:r>
              <a:rPr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  <a:hlinkClick r:id="rId5"/>
              </a:rPr>
              <a:t>Abhay Gupta</a:t>
            </a:r>
            <a:r>
              <a:rPr lang="en-US" dirty="0">
                <a:solidFill>
                  <a:schemeClr val="bg1"/>
                </a:solidFill>
              </a:rPr>
              <a:t> (2022-2026) ML &amp; Full-Stack Developer </a:t>
            </a:r>
          </a:p>
          <a:p>
            <a:r>
              <a:rPr dirty="0">
                <a:solidFill>
                  <a:schemeClr val="bg1"/>
                </a:solidFill>
              </a:rPr>
              <a:t> </a:t>
            </a:r>
            <a:r>
              <a:rPr lang="en-IN" dirty="0">
                <a:solidFill>
                  <a:schemeClr val="bg1"/>
                </a:solidFill>
                <a:hlinkClick r:id="rId6"/>
              </a:rPr>
              <a:t>Jay Kumar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(2022-2026) ML &amp; Front-end Developer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hlinkClick r:id="rId7"/>
              </a:rPr>
              <a:t>Simran Koshta </a:t>
            </a:r>
            <a:r>
              <a:rPr lang="en-US" dirty="0">
                <a:solidFill>
                  <a:schemeClr val="bg1"/>
                </a:solidFill>
              </a:rPr>
              <a:t>(2023-2027) Full Stack Developer (NIT Calicut CSE)</a:t>
            </a:r>
          </a:p>
          <a:p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Institute:</a:t>
            </a:r>
            <a:endParaRPr lang="en-US"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 Shri Ram Institute of Technology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Contact details for the team lead:</a:t>
            </a:r>
          </a:p>
          <a:p>
            <a:r>
              <a:rPr lang="en-US" dirty="0">
                <a:solidFill>
                  <a:schemeClr val="bg1"/>
                </a:solidFill>
              </a:rPr>
              <a:t>Phone:- 7067058400</a:t>
            </a:r>
          </a:p>
          <a:p>
            <a:r>
              <a:rPr lang="en-US" dirty="0">
                <a:solidFill>
                  <a:schemeClr val="bg1"/>
                </a:solidFill>
              </a:rPr>
              <a:t>Email:- gkripanshustranger@gmail.com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0F7D78-5142-81E3-59B4-493384D8034B}"/>
              </a:ext>
            </a:extLst>
          </p:cNvPr>
          <p:cNvSpPr txBox="1"/>
          <p:nvPr/>
        </p:nvSpPr>
        <p:spPr>
          <a:xfrm>
            <a:off x="3479180" y="4103650"/>
            <a:ext cx="2564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LINK OF THE DEMO VIDEO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768150-479F-8D1C-5298-6830DDF6385B}"/>
              </a:ext>
            </a:extLst>
          </p:cNvPr>
          <p:cNvSpPr txBox="1"/>
          <p:nvPr/>
        </p:nvSpPr>
        <p:spPr>
          <a:xfrm>
            <a:off x="3479180" y="4411427"/>
            <a:ext cx="3300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hlinkClick r:id="rId8"/>
              </a:rPr>
              <a:t>Part 1</a:t>
            </a:r>
            <a:r>
              <a:rPr lang="en-US" dirty="0">
                <a:highlight>
                  <a:srgbClr val="FFFF00"/>
                </a:highlight>
              </a:rPr>
              <a:t> https://youtu.be/V4u56VDxRTY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03A7EE-5ACA-D28E-5705-2A20E1B55F31}"/>
              </a:ext>
            </a:extLst>
          </p:cNvPr>
          <p:cNvSpPr txBox="1"/>
          <p:nvPr/>
        </p:nvSpPr>
        <p:spPr>
          <a:xfrm>
            <a:off x="3479180" y="4719204"/>
            <a:ext cx="3300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hlinkClick r:id="rId9"/>
              </a:rPr>
              <a:t>Part 2 </a:t>
            </a:r>
            <a:r>
              <a:rPr lang="en-US" dirty="0">
                <a:highlight>
                  <a:srgbClr val="FFFF00"/>
                </a:highlight>
              </a:rPr>
              <a:t>https://youtu.be/b4--EaAh6wA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Frame 466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2046"/>
            <a:ext cx="9144003" cy="5143501"/>
          </a:xfrm>
          <a:prstGeom prst="rect">
            <a:avLst/>
          </a:prstGeom>
          <a:gradFill>
            <a:gsLst>
              <a:gs pos="0">
                <a:srgbClr val="CDEEFF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156937" y="434270"/>
            <a:ext cx="4415063" cy="4378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r>
              <a:rPr b="1" dirty="0"/>
              <a:t>One-line problem statement:</a:t>
            </a:r>
            <a:r>
              <a:rPr lang="en-US" b="1" dirty="0"/>
              <a:t>- </a:t>
            </a:r>
            <a:r>
              <a:rPr lang="en-US" dirty="0"/>
              <a:t>Efficiently manage and stream short-form video content with seamless performance without Explicit content.</a:t>
            </a:r>
          </a:p>
          <a:p>
            <a:endParaRPr lang="en-US" dirty="0"/>
          </a:p>
          <a:p>
            <a:endParaRPr dirty="0"/>
          </a:p>
          <a:p>
            <a:r>
              <a:rPr b="1" dirty="0"/>
              <a:t>Brief context:</a:t>
            </a:r>
            <a:r>
              <a:rPr lang="en-US" b="1" dirty="0"/>
              <a:t>- </a:t>
            </a:r>
            <a:r>
              <a:rPr lang="en-US" dirty="0"/>
              <a:t>Our challenge is to develop a streamlined, scalable platform that leverages modern web technologies and services like ImageKit to simplify media management, reduce load times, and enhance the content delivery experience for users worldwide.</a:t>
            </a:r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b="1" dirty="0"/>
              <a:t>Who faces this problem (target users)?:</a:t>
            </a:r>
            <a:r>
              <a:rPr lang="en-US" b="1" dirty="0"/>
              <a:t>-  </a:t>
            </a:r>
          </a:p>
          <a:p>
            <a:r>
              <a:rPr lang="en-US" b="1" dirty="0"/>
              <a:t> -I</a:t>
            </a:r>
            <a:r>
              <a:rPr lang="en-US" dirty="0"/>
              <a:t>ndependent creators, </a:t>
            </a:r>
          </a:p>
          <a:p>
            <a:r>
              <a:rPr lang="en-US" dirty="0"/>
              <a:t>-content platforms,</a:t>
            </a:r>
          </a:p>
          <a:p>
            <a:r>
              <a:rPr lang="en-US" dirty="0"/>
              <a:t>-developers </a:t>
            </a:r>
          </a:p>
          <a:p>
            <a:r>
              <a:rPr lang="en-US" dirty="0"/>
              <a:t>-building video-based web apps.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3D4A19-ACE0-6A8A-8FF5-2DB5A1CDD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766" y="204241"/>
            <a:ext cx="3989297" cy="24235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76F874-D84B-B032-2BC1-CDC4422E91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937" y="2750100"/>
            <a:ext cx="4055740" cy="22813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Frame 466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gradFill>
            <a:gsLst>
              <a:gs pos="0">
                <a:srgbClr val="CDEEFF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199467" y="441358"/>
            <a:ext cx="5926270" cy="416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r>
              <a:rPr b="1" dirty="0"/>
              <a:t>One-liner on what your solution does</a:t>
            </a:r>
            <a:r>
              <a:rPr lang="en-US" b="1" dirty="0"/>
              <a:t>:-</a:t>
            </a:r>
            <a:r>
              <a:rPr lang="en-US" dirty="0"/>
              <a:t> </a:t>
            </a:r>
            <a:r>
              <a:rPr dirty="0"/>
              <a:t> </a:t>
            </a:r>
            <a:r>
              <a:rPr dirty="0" err="1"/>
              <a:t>ReelsPro</a:t>
            </a:r>
            <a:r>
              <a:rPr dirty="0"/>
              <a:t> simplifies</a:t>
            </a:r>
            <a:r>
              <a:rPr lang="en-US" dirty="0"/>
              <a:t> uploading, processing, and globally distributing </a:t>
            </a:r>
            <a:r>
              <a:rPr dirty="0"/>
              <a:t>short-form video content using modern web technologies.</a:t>
            </a:r>
          </a:p>
          <a:p>
            <a:endParaRPr lang="en-US" dirty="0"/>
          </a:p>
          <a:p>
            <a:r>
              <a:rPr b="1" dirty="0"/>
              <a:t>Key features or functionalities</a:t>
            </a:r>
            <a:r>
              <a:rPr dirty="0"/>
              <a:t>:</a:t>
            </a:r>
            <a:r>
              <a:rPr lang="en-US" dirty="0"/>
              <a:t>-</a:t>
            </a:r>
            <a:endParaRPr dirty="0"/>
          </a:p>
          <a:p>
            <a:r>
              <a:rPr dirty="0"/>
              <a:t>- Drag-and-drop video upload</a:t>
            </a:r>
          </a:p>
          <a:p>
            <a:r>
              <a:rPr dirty="0"/>
              <a:t>- ImageKit integration for media optimization</a:t>
            </a:r>
          </a:p>
          <a:p>
            <a:r>
              <a:rPr dirty="0"/>
              <a:t>- Responsive video player</a:t>
            </a:r>
            <a:r>
              <a:rPr lang="en-IN" dirty="0"/>
              <a:t>.</a:t>
            </a:r>
            <a:endParaRPr dirty="0"/>
          </a:p>
          <a:p>
            <a:r>
              <a:rPr dirty="0"/>
              <a:t>- Serverless deployment-ready</a:t>
            </a:r>
            <a:endParaRPr lang="en-US" dirty="0"/>
          </a:p>
          <a:p>
            <a:endParaRPr dirty="0"/>
          </a:p>
          <a:p>
            <a:r>
              <a:rPr b="1" dirty="0"/>
              <a:t>How AI is used:</a:t>
            </a:r>
            <a:r>
              <a:rPr lang="en-US" b="1" dirty="0"/>
              <a:t>-</a:t>
            </a:r>
            <a:endParaRPr b="1" dirty="0"/>
          </a:p>
          <a:p>
            <a:r>
              <a:rPr dirty="0"/>
              <a:t>-</a:t>
            </a:r>
            <a:r>
              <a:rPr lang="en-US" dirty="0"/>
              <a:t>Generate tags or descriptions for uploaded images using </a:t>
            </a:r>
            <a:r>
              <a:rPr lang="en-US" dirty="0" err="1"/>
              <a:t>SoTA</a:t>
            </a:r>
            <a:r>
              <a:rPr lang="en-US" dirty="0"/>
              <a:t> AI (State of The Art) models .</a:t>
            </a:r>
          </a:p>
          <a:p>
            <a:r>
              <a:rPr lang="en-US" dirty="0"/>
              <a:t>-Use AI to detect inappropriate or harmful content in uploaded images before publishing by tag.</a:t>
            </a:r>
          </a:p>
          <a:p>
            <a:r>
              <a:rPr lang="en-US" dirty="0"/>
              <a:t>-Apply AI-powered image filters, upscaling, or background removal in future.</a:t>
            </a:r>
          </a:p>
          <a:p>
            <a:r>
              <a:rPr lang="en-US" dirty="0"/>
              <a:t>-Analyze user interactions to recommend trending reels or personalize the feed.</a:t>
            </a:r>
            <a:endParaRPr dirty="0"/>
          </a:p>
        </p:txBody>
      </p:sp>
      <p:pic>
        <p:nvPicPr>
          <p:cNvPr id="3" name="Picture 2" descr="A screenshot of a computer scheme">
            <a:extLst>
              <a:ext uri="{FF2B5EF4-FFF2-40B4-BE49-F238E27FC236}">
                <a16:creationId xmlns:a16="http://schemas.microsoft.com/office/drawing/2014/main" id="{4C2630AD-3CC3-76E3-25DF-B4B6D08C9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8830" y="0"/>
            <a:ext cx="3015228" cy="47512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7C55EF-F6CE-4E3B-764C-1AB2A77DD8C0}"/>
              </a:ext>
            </a:extLst>
          </p:cNvPr>
          <p:cNvSpPr txBox="1"/>
          <p:nvPr/>
        </p:nvSpPr>
        <p:spPr>
          <a:xfrm>
            <a:off x="5627649" y="4789231"/>
            <a:ext cx="3382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ARCHITECTURE OF THE REELS PRO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 title="Frame 466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gradFill>
            <a:gsLst>
              <a:gs pos="0">
                <a:srgbClr val="CDEEFF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164026" y="610929"/>
            <a:ext cx="8475600" cy="4378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r>
              <a:rPr b="1" dirty="0"/>
              <a:t>Tech stack/tools/frameworks to be used:</a:t>
            </a:r>
            <a:r>
              <a:rPr lang="en-US" b="1" dirty="0"/>
              <a:t>- </a:t>
            </a:r>
            <a:endParaRPr b="1" dirty="0"/>
          </a:p>
          <a:p>
            <a:r>
              <a:rPr lang="en-US" dirty="0"/>
              <a:t>- Front-end : Next JS 15, React 19, Typescript</a:t>
            </a:r>
          </a:p>
          <a:p>
            <a:r>
              <a:rPr lang="en-US" dirty="0"/>
              <a:t>- Styling : Tailwind CSS , Daisy UI</a:t>
            </a:r>
          </a:p>
          <a:p>
            <a:r>
              <a:rPr dirty="0"/>
              <a:t>- Backend/Media: ImageKit.io</a:t>
            </a:r>
            <a:endParaRPr lang="en-US" dirty="0"/>
          </a:p>
          <a:p>
            <a:r>
              <a:rPr lang="en-US" dirty="0"/>
              <a:t>- Authentication : NextAuth.JS, JWT</a:t>
            </a:r>
          </a:p>
          <a:p>
            <a:r>
              <a:rPr lang="en-US" dirty="0"/>
              <a:t>- Database :  MongoDB with Mongoose </a:t>
            </a:r>
          </a:p>
          <a:p>
            <a:r>
              <a:rPr lang="en-US" dirty="0"/>
              <a:t>- Form Handling :- React Hook Form</a:t>
            </a:r>
            <a:endParaRPr dirty="0"/>
          </a:p>
          <a:p>
            <a:r>
              <a:rPr dirty="0"/>
              <a:t>- Deployment: </a:t>
            </a:r>
            <a:r>
              <a:rPr dirty="0" err="1"/>
              <a:t>Vercel</a:t>
            </a:r>
            <a:r>
              <a:rPr lang="en-US" dirty="0"/>
              <a:t> </a:t>
            </a:r>
            <a:endParaRPr dirty="0"/>
          </a:p>
          <a:p>
            <a:endParaRPr dirty="0"/>
          </a:p>
          <a:p>
            <a:r>
              <a:rPr b="1" dirty="0"/>
              <a:t>Short development plan (how you’ll execute in 36 hours):</a:t>
            </a:r>
            <a:r>
              <a:rPr lang="en-US" b="1" dirty="0"/>
              <a:t>-</a:t>
            </a:r>
            <a:endParaRPr b="1" dirty="0"/>
          </a:p>
          <a:p>
            <a:r>
              <a:rPr dirty="0"/>
              <a:t>1. Setup Next.js and ImageKit</a:t>
            </a:r>
          </a:p>
          <a:p>
            <a:r>
              <a:rPr dirty="0"/>
              <a:t>2. Implement upload &amp; feed rendering</a:t>
            </a:r>
          </a:p>
          <a:p>
            <a:r>
              <a:rPr dirty="0"/>
              <a:t>3. Polish UI with responsiveness</a:t>
            </a:r>
          </a:p>
          <a:p>
            <a:r>
              <a:rPr dirty="0"/>
              <a:t>4. Optimize media delivery and deploy</a:t>
            </a:r>
          </a:p>
          <a:p>
            <a:endParaRPr b="1" dirty="0"/>
          </a:p>
          <a:p>
            <a:r>
              <a:rPr b="1" dirty="0"/>
              <a:t>Team role distribution:</a:t>
            </a:r>
          </a:p>
          <a:p>
            <a:r>
              <a:rPr dirty="0"/>
              <a:t>- </a:t>
            </a:r>
            <a:r>
              <a:rPr lang="en-US" dirty="0"/>
              <a:t>Kripanshu Gupta : Building and maintaining server-side logic &amp; database interactions for the web app</a:t>
            </a:r>
          </a:p>
          <a:p>
            <a:r>
              <a:rPr lang="en-US" dirty="0"/>
              <a:t>- Abhay Gupta : Deploying and maintaining the backend application on a cloud platform .</a:t>
            </a:r>
          </a:p>
          <a:p>
            <a:r>
              <a:rPr dirty="0"/>
              <a:t>-</a:t>
            </a:r>
            <a:r>
              <a:rPr lang="en-US" dirty="0"/>
              <a:t> Jay Kumar : Designing the user interface and user experience of the web application .</a:t>
            </a:r>
            <a:br>
              <a:rPr lang="en-US" dirty="0"/>
            </a:br>
            <a:r>
              <a:rPr lang="en-US" dirty="0"/>
              <a:t>- Simran </a:t>
            </a:r>
            <a:r>
              <a:rPr lang="en-US" dirty="0" err="1"/>
              <a:t>Koshta</a:t>
            </a:r>
            <a:r>
              <a:rPr lang="en-US" dirty="0"/>
              <a:t> : Managing Full Stack application and MLOPs Engineering.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8A4E15-1F3C-E708-B027-FA57488B2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899" y="610930"/>
            <a:ext cx="3083442" cy="31175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4E88DD-8EDA-30F0-201B-3F6975055C6E}"/>
              </a:ext>
            </a:extLst>
          </p:cNvPr>
          <p:cNvSpPr txBox="1"/>
          <p:nvPr/>
        </p:nvSpPr>
        <p:spPr>
          <a:xfrm>
            <a:off x="5419493" y="163551"/>
            <a:ext cx="27878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ROADMAP FOR PROJECT</a:t>
            </a:r>
            <a:endParaRPr lang="en-IN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 title="Frame 466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" y="-340242"/>
            <a:ext cx="9144003" cy="5483742"/>
          </a:xfrm>
          <a:prstGeom prst="rect">
            <a:avLst/>
          </a:prstGeom>
          <a:gradFill>
            <a:gsLst>
              <a:gs pos="0">
                <a:srgbClr val="CDEEFF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160020" y="0"/>
            <a:ext cx="4105833" cy="5024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r>
              <a:rPr b="1" dirty="0"/>
              <a:t>Expected outcome</a:t>
            </a:r>
            <a:r>
              <a:rPr lang="en-US" b="1" dirty="0"/>
              <a:t> :</a:t>
            </a:r>
            <a:endParaRPr b="1" dirty="0"/>
          </a:p>
          <a:p>
            <a:r>
              <a:rPr dirty="0"/>
              <a:t>-</a:t>
            </a:r>
            <a:r>
              <a:rPr lang="en-US" dirty="0"/>
              <a:t> Functional media sharing platform with user accounts, media uploads, feeds, and display. </a:t>
            </a:r>
          </a:p>
          <a:p>
            <a:r>
              <a:rPr lang="en-US" dirty="0"/>
              <a:t>- Efficient media management (ImageKit) for optimized storage, transformation, and delivery. </a:t>
            </a:r>
          </a:p>
          <a:p>
            <a:r>
              <a:rPr lang="en-US" dirty="0"/>
              <a:t>- Responsive and user-friendly interface (Next.js). </a:t>
            </a:r>
          </a:p>
          <a:p>
            <a:r>
              <a:rPr lang="en-US" dirty="0"/>
              <a:t>- Deployable Application.</a:t>
            </a:r>
          </a:p>
          <a:p>
            <a:endParaRPr lang="en-US" dirty="0"/>
          </a:p>
          <a:p>
            <a:r>
              <a:rPr lang="en-US" b="1" dirty="0"/>
              <a:t>value created:</a:t>
            </a:r>
          </a:p>
          <a:p>
            <a:r>
              <a:rPr lang="en-US" dirty="0"/>
              <a:t>- For Users: Platform to share and view visual content with fast loading and optimized media.</a:t>
            </a:r>
          </a:p>
          <a:p>
            <a:r>
              <a:rPr lang="en-US" dirty="0"/>
              <a:t>- For Content Creators: Platform to showcase work and manage media.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b="1" dirty="0"/>
              <a:t>Potential social, economic, or tech impact:</a:t>
            </a:r>
          </a:p>
          <a:p>
            <a:r>
              <a:rPr dirty="0"/>
              <a:t>- Faster content delivery, enhanced user experience, platform-agnostic use</a:t>
            </a:r>
          </a:p>
          <a:p>
            <a:endParaRPr dirty="0"/>
          </a:p>
          <a:p>
            <a:r>
              <a:rPr b="1" dirty="0"/>
              <a:t>What’s next? (How it can scale after the hackathon):</a:t>
            </a:r>
          </a:p>
          <a:p>
            <a:r>
              <a:rPr dirty="0"/>
              <a:t>- AI-driven content moderation and curation</a:t>
            </a:r>
          </a:p>
          <a:p>
            <a:r>
              <a:rPr dirty="0"/>
              <a:t>- Analytics dashboards for user engagement</a:t>
            </a:r>
          </a:p>
          <a:p>
            <a:r>
              <a:rPr dirty="0"/>
              <a:t>- Monetization support for creators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FD90F2-7615-BDC1-FC82-B85118D22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329" y="-170121"/>
            <a:ext cx="459486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36196"/>
            <a:ext cx="8520600" cy="841800"/>
          </a:xfrm>
        </p:spPr>
        <p:txBody>
          <a:bodyPr/>
          <a:lstStyle/>
          <a:p>
            <a:r>
              <a:rPr lang="en-US" dirty="0"/>
              <a:t>How it is different from Existing?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C185EE-AE5A-5097-0D12-5BC38B2927A8}"/>
              </a:ext>
            </a:extLst>
          </p:cNvPr>
          <p:cNvSpPr txBox="1"/>
          <p:nvPr/>
        </p:nvSpPr>
        <p:spPr>
          <a:xfrm>
            <a:off x="311701" y="1115122"/>
            <a:ext cx="539028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How </a:t>
            </a:r>
            <a:r>
              <a:rPr lang="en-IN" dirty="0" err="1"/>
              <a:t>ReelsPro</a:t>
            </a:r>
            <a:r>
              <a:rPr lang="en-IN" dirty="0"/>
              <a:t> is Different from Existing Platforms:</a:t>
            </a:r>
          </a:p>
          <a:p>
            <a:br>
              <a:rPr lang="en-IN" dirty="0"/>
            </a:br>
            <a:r>
              <a:rPr lang="en-IN" dirty="0"/>
              <a:t>WITHOUT Fear of Shame daily Vlog Upload. No Explicit Content</a:t>
            </a:r>
          </a:p>
          <a:p>
            <a:endParaRPr lang="en-IN" dirty="0"/>
          </a:p>
          <a:p>
            <a:r>
              <a:rPr lang="en-IN" dirty="0"/>
              <a:t>Deep AI integration: tagging, moderation, and feed personalization, unlike most platforms that offer only basic AI features.</a:t>
            </a:r>
          </a:p>
          <a:p>
            <a:endParaRPr lang="en-IN" dirty="0"/>
          </a:p>
          <a:p>
            <a:r>
              <a:rPr lang="en-IN" dirty="0"/>
              <a:t>Seamless drag-and-drop uploads and real-time media optimization via </a:t>
            </a:r>
            <a:r>
              <a:rPr lang="en-IN" dirty="0" err="1"/>
              <a:t>ImageKit</a:t>
            </a:r>
            <a:r>
              <a:rPr lang="en-IN" dirty="0"/>
              <a:t>, reducing load times and manual steps.</a:t>
            </a:r>
          </a:p>
          <a:p>
            <a:endParaRPr lang="en-IN" dirty="0"/>
          </a:p>
          <a:p>
            <a:r>
              <a:rPr lang="en-IN" dirty="0"/>
              <a:t>Platform backend for developers to build custom video apps, not just a consumer-facing social feed in future.</a:t>
            </a:r>
          </a:p>
          <a:p>
            <a:endParaRPr lang="en-IN" dirty="0"/>
          </a:p>
          <a:p>
            <a:r>
              <a:rPr lang="en-IN" dirty="0"/>
              <a:t>Serverless, scalable deployment for cost-effective growth.</a:t>
            </a:r>
          </a:p>
          <a:p>
            <a:endParaRPr lang="en-IN" dirty="0"/>
          </a:p>
          <a:p>
            <a:r>
              <a:rPr lang="en-IN" dirty="0"/>
              <a:t>Focus on actionable analytics and future monetization support for creators, beyond simple content sharing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690877-89AD-4883-C0CA-9BD0327B6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799" y="971550"/>
            <a:ext cx="2857500" cy="1600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5377CA-061D-D88D-9136-A116A7DC2312}"/>
              </a:ext>
            </a:extLst>
          </p:cNvPr>
          <p:cNvSpPr txBox="1"/>
          <p:nvPr/>
        </p:nvSpPr>
        <p:spPr>
          <a:xfrm>
            <a:off x="6175521" y="2571750"/>
            <a:ext cx="22696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Free from explicit content different from </a:t>
            </a:r>
            <a:r>
              <a:rPr lang="en-US" dirty="0" err="1"/>
              <a:t>InstaGram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F033C6-DC05-7366-E5FE-9A975165A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799" y="3094970"/>
            <a:ext cx="2968479" cy="1669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40" y="0"/>
            <a:ext cx="8520600" cy="841800"/>
          </a:xfrm>
        </p:spPr>
        <p:txBody>
          <a:bodyPr>
            <a:normAutofit fontScale="90000"/>
          </a:bodyPr>
          <a:lstStyle/>
          <a:p>
            <a:r>
              <a:rPr lang="en-IN" dirty="0"/>
              <a:t>Future Integration and Financial Feasibility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E65034-10A0-65B8-9829-A47689F497C9}"/>
              </a:ext>
            </a:extLst>
          </p:cNvPr>
          <p:cNvSpPr txBox="1"/>
          <p:nvPr/>
        </p:nvSpPr>
        <p:spPr>
          <a:xfrm>
            <a:off x="286215" y="841800"/>
            <a:ext cx="423374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Future Integration:</a:t>
            </a:r>
          </a:p>
          <a:p>
            <a:r>
              <a:rPr lang="en-IN" dirty="0"/>
              <a:t>By 2025, AI-driven features like automated content creation, hyper-personalized feeds, and advanced moderation will become standard, lowering entry barriers and boosting engagement. Integrating analytics dashboards and monetization tools will further scale reach, aligning with projected 12.5% CAGR annual market growth and rising AI adoption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02AF00-9627-109A-EA71-FF5E192A9755}"/>
              </a:ext>
            </a:extLst>
          </p:cNvPr>
          <p:cNvSpPr txBox="1"/>
          <p:nvPr/>
        </p:nvSpPr>
        <p:spPr>
          <a:xfrm>
            <a:off x="4519961" y="883381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Financial Feasibility:</a:t>
            </a:r>
          </a:p>
          <a:p>
            <a:r>
              <a:rPr lang="en-IN" dirty="0"/>
              <a:t>The short video platform market is projected to grow from $2.22B in 2025 to $3.55B by 2029 (12.5% CAGR), driven by AI-powered automation, which can cut video production costs by up to 80%. However, financial sustainability requires balancing regulatory costs, monetization, and responsible AI integration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A0D9CC-FE5F-248F-9E5D-4AB6A9BE3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520" y="2571750"/>
            <a:ext cx="4707441" cy="2459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9FB5E0-0C5E-BCB7-EF37-BBC898D2B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15" y="2729601"/>
            <a:ext cx="3887896" cy="21858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61855"/>
            <a:ext cx="8520600" cy="841800"/>
          </a:xfrm>
        </p:spPr>
        <p:txBody>
          <a:bodyPr/>
          <a:lstStyle/>
          <a:p>
            <a:r>
              <a:rPr lang="en-IN"/>
              <a:t>System Flow And Deployment Diagram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527938-C74D-1E09-40BF-A75760632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147" y="787089"/>
            <a:ext cx="4572000" cy="40451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F17E5E-88EC-3F1D-9D17-C791CA23EBDD}"/>
              </a:ext>
            </a:extLst>
          </p:cNvPr>
          <p:cNvSpPr txBox="1"/>
          <p:nvPr/>
        </p:nvSpPr>
        <p:spPr>
          <a:xfrm>
            <a:off x="0" y="1077321"/>
            <a:ext cx="45720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Video Entity: Includes attributes like </a:t>
            </a:r>
            <a:r>
              <a:rPr lang="en-IN" dirty="0" err="1"/>
              <a:t>ModerationStatus</a:t>
            </a:r>
            <a:r>
              <a:rPr lang="en-IN" dirty="0"/>
              <a:t> and potentially </a:t>
            </a:r>
            <a:r>
              <a:rPr lang="en-IN" dirty="0" err="1"/>
              <a:t>AIGeneratedDescription</a:t>
            </a:r>
            <a:r>
              <a:rPr lang="en-IN" dirty="0"/>
              <a:t>, explicitly marked as outputs from AI processes.</a:t>
            </a:r>
          </a:p>
          <a:p>
            <a:endParaRPr lang="en-IN" dirty="0"/>
          </a:p>
          <a:p>
            <a:r>
              <a:rPr lang="en-IN" dirty="0"/>
              <a:t>Tag Entity: Tags themselves are often generated by AI (</a:t>
            </a:r>
            <a:r>
              <a:rPr lang="en-IN" dirty="0" err="1"/>
              <a:t>TagName</a:t>
            </a:r>
            <a:r>
              <a:rPr lang="en-IN" dirty="0"/>
              <a:t>). The relationship Video }o--o{ Tag is noted as being "AI Assigned".</a:t>
            </a:r>
          </a:p>
          <a:p>
            <a:endParaRPr lang="en-IN" dirty="0"/>
          </a:p>
          <a:p>
            <a:r>
              <a:rPr lang="en-IN" dirty="0"/>
              <a:t>Interaction Entity: While not directly created by AI, this entity's data (user views, likes) is crucial input for the AI Feed Personalization algorithm, as indicated by the note.</a:t>
            </a:r>
          </a:p>
          <a:p>
            <a:endParaRPr lang="en-IN" dirty="0"/>
          </a:p>
          <a:p>
            <a:r>
              <a:rPr lang="en-IN" dirty="0"/>
              <a:t>These diagrams provide a structural overview (ERD) and a data flow perspective (SFD) of the </a:t>
            </a:r>
            <a:r>
              <a:rPr lang="en-IN" dirty="0" err="1"/>
              <a:t>ReelsPro</a:t>
            </a:r>
            <a:r>
              <a:rPr lang="en-IN" dirty="0"/>
              <a:t> system, incorporating the planned AI functionalities based on your presentation.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FDCA1-1D19-3D79-5DAA-563443F3C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58" y="173367"/>
            <a:ext cx="8520600" cy="841800"/>
          </a:xfrm>
        </p:spPr>
        <p:txBody>
          <a:bodyPr/>
          <a:lstStyle/>
          <a:p>
            <a:r>
              <a:rPr lang="en-US" dirty="0"/>
              <a:t>Updated Links for DEMO</a:t>
            </a:r>
            <a:endParaRPr lang="en-IN" dirty="0"/>
          </a:p>
        </p:txBody>
      </p:sp>
      <p:pic>
        <p:nvPicPr>
          <p:cNvPr id="3" name="Online Media 2" title="PROTOTYPE Video HackSRIT ReelsPro TechMatrix Solvers part 1">
            <a:hlinkClick r:id="" action="ppaction://media"/>
            <a:extLst>
              <a:ext uri="{FF2B5EF4-FFF2-40B4-BE49-F238E27FC236}">
                <a16:creationId xmlns:a16="http://schemas.microsoft.com/office/drawing/2014/main" id="{CFC895E8-E17A-AE25-659C-5AFBD51466F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74073" y="1355643"/>
            <a:ext cx="4067013" cy="2993331"/>
          </a:xfrm>
          <a:prstGeom prst="rect">
            <a:avLst/>
          </a:prstGeom>
        </p:spPr>
      </p:pic>
      <p:pic>
        <p:nvPicPr>
          <p:cNvPr id="4" name="Online Media 3" title="[Special Features] PROTOTYPE Video HackSRIT ReelsPro TechMatrix Solvers part 2">
            <a:hlinkClick r:id="" action="ppaction://media"/>
            <a:extLst>
              <a:ext uri="{FF2B5EF4-FFF2-40B4-BE49-F238E27FC236}">
                <a16:creationId xmlns:a16="http://schemas.microsoft.com/office/drawing/2014/main" id="{EF6CCED5-EE91-CC32-EC29-A6BC59CB5D67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4151790" y="1355643"/>
            <a:ext cx="4880698" cy="29933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D61416-EE8A-B6D9-1E04-92B2C7E6E783}"/>
              </a:ext>
            </a:extLst>
          </p:cNvPr>
          <p:cNvSpPr txBox="1"/>
          <p:nvPr/>
        </p:nvSpPr>
        <p:spPr>
          <a:xfrm>
            <a:off x="669073" y="4475356"/>
            <a:ext cx="2877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PART-1 </a:t>
            </a:r>
            <a:r>
              <a:rPr lang="en-US" dirty="0" err="1"/>
              <a:t>ReelsPRO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4BFC49-3059-0528-9E6B-07291E36881D}"/>
              </a:ext>
            </a:extLst>
          </p:cNvPr>
          <p:cNvSpPr txBox="1"/>
          <p:nvPr/>
        </p:nvSpPr>
        <p:spPr>
          <a:xfrm>
            <a:off x="4572000" y="4431483"/>
            <a:ext cx="2877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PART-2 Special Features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2039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083198-E2BB-D878-DB7E-958731499467}"/>
              </a:ext>
            </a:extLst>
          </p:cNvPr>
          <p:cNvSpPr txBox="1"/>
          <p:nvPr/>
        </p:nvSpPr>
        <p:spPr>
          <a:xfrm>
            <a:off x="4246507" y="1906615"/>
            <a:ext cx="1830564" cy="467129"/>
          </a:xfrm>
          <a:prstGeom prst="rect">
            <a:avLst/>
          </a:prstGeom>
        </p:spPr>
        <p:txBody>
          <a:bodyPr vert="horz" lIns="65329" tIns="32664" rIns="65329" bIns="32664" rtlCol="0" anchor="t">
            <a:normAutofit fontScale="85000" lnSpcReduction="10000"/>
          </a:bodyPr>
          <a:lstStyle/>
          <a:p>
            <a:pPr defTabSz="653247">
              <a:lnSpc>
                <a:spcPct val="90000"/>
              </a:lnSpc>
              <a:spcBef>
                <a:spcPct val="0"/>
              </a:spcBef>
              <a:spcAft>
                <a:spcPts val="429"/>
              </a:spcAft>
            </a:pPr>
            <a:r>
              <a:rPr lang="en-US" sz="3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4CB5AC8C-743E-1068-2683-7118056004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5471" y="1361532"/>
            <a:ext cx="3106235" cy="3106235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B5868C-3B0D-AC88-508E-3C47290562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4592" y="248678"/>
            <a:ext cx="2653978" cy="8778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F53040-9DF0-EBCE-33C0-B5538379256F}"/>
              </a:ext>
            </a:extLst>
          </p:cNvPr>
          <p:cNvSpPr txBox="1"/>
          <p:nvPr/>
        </p:nvSpPr>
        <p:spPr>
          <a:xfrm>
            <a:off x="3724592" y="1280820"/>
            <a:ext cx="3568306" cy="44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86" dirty="0">
                <a:hlinkClick r:id="rId6"/>
              </a:rPr>
              <a:t>VIEW PROJECT DEMO</a:t>
            </a:r>
            <a:endParaRPr lang="en-IN" sz="2286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A45D65-C9CA-6414-BA8A-079CF0391D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0113" y="2769757"/>
            <a:ext cx="2695878" cy="18740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0F6A4E-E2AC-70B4-102D-E2128EFBB3B2}"/>
              </a:ext>
            </a:extLst>
          </p:cNvPr>
          <p:cNvSpPr txBox="1"/>
          <p:nvPr/>
        </p:nvSpPr>
        <p:spPr>
          <a:xfrm>
            <a:off x="6465991" y="3752212"/>
            <a:ext cx="25377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Contact me on Email ID</a:t>
            </a:r>
          </a:p>
          <a:p>
            <a:r>
              <a:rPr lang="en-US" sz="1000" dirty="0">
                <a:solidFill>
                  <a:schemeClr val="bg1"/>
                </a:solidFill>
                <a:hlinkClick r:id="rId8"/>
              </a:rPr>
              <a:t>gkripanshustranger@gmail.com</a:t>
            </a:r>
            <a:br>
              <a:rPr lang="en-US" sz="1000" dirty="0"/>
            </a:br>
            <a:r>
              <a:rPr lang="en-US" sz="1000" dirty="0">
                <a:hlinkClick r:id="rId9"/>
              </a:rPr>
              <a:t>contact2abhaygupta@gmail.com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049826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801</TotalTime>
  <Words>1168</Words>
  <Application>Microsoft Office PowerPoint</Application>
  <PresentationFormat>On-screen Show (16:9)</PresentationFormat>
  <Paragraphs>127</Paragraphs>
  <Slides>10</Slides>
  <Notes>6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Montserrat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it is different from Existing?</vt:lpstr>
      <vt:lpstr>Future Integration and Financial Feasibility</vt:lpstr>
      <vt:lpstr>System Flow And Deployment Diagram</vt:lpstr>
      <vt:lpstr>Updated Links for DEMO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Kripanshu</dc:creator>
  <cp:lastModifiedBy>Abhay Gupta</cp:lastModifiedBy>
  <cp:revision>8</cp:revision>
  <dcterms:modified xsi:type="dcterms:W3CDTF">2025-05-30T19:11:42Z</dcterms:modified>
</cp:coreProperties>
</file>